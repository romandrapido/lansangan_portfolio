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256" r:id="rId2"/>
  </p:sldIdLst>
  <p:sldSz cx="14400213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6262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14" autoAdjust="0"/>
    <p:restoredTop sz="94660"/>
  </p:normalViewPr>
  <p:slideViewPr>
    <p:cSldViewPr snapToGrid="0">
      <p:cViewPr>
        <p:scale>
          <a:sx n="66" d="100"/>
          <a:sy n="66" d="100"/>
        </p:scale>
        <p:origin x="144" y="365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00027" y="1122363"/>
            <a:ext cx="1080016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00027" y="3602038"/>
            <a:ext cx="1080016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8AA8E0-CF07-4FFD-BD88-CAC5EECE3163}" type="datetimeFigureOut">
              <a:rPr lang="en-PH" smtClean="0"/>
              <a:t>06/06/2025</a:t>
            </a:fld>
            <a:endParaRPr lang="en-PH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8CF57F-5A40-458C-BB3B-FC3D8F5C404A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152334497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8AA8E0-CF07-4FFD-BD88-CAC5EECE3163}" type="datetimeFigureOut">
              <a:rPr lang="en-PH" smtClean="0"/>
              <a:t>06/06/2025</a:t>
            </a:fld>
            <a:endParaRPr lang="en-PH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8CF57F-5A40-458C-BB3B-FC3D8F5C404A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12473852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82514" y="1709739"/>
            <a:ext cx="12420184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82514" y="4589464"/>
            <a:ext cx="12420184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shade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shade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shade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8AA8E0-CF07-4FFD-BD88-CAC5EECE3163}" type="datetimeFigureOut">
              <a:rPr lang="en-PH" smtClean="0"/>
              <a:t>06/06/2025</a:t>
            </a:fld>
            <a:endParaRPr lang="en-PH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8CF57F-5A40-458C-BB3B-FC3D8F5C404A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240131993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90014" y="1825625"/>
            <a:ext cx="6120091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290108" y="1825625"/>
            <a:ext cx="6120091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8AA8E0-CF07-4FFD-BD88-CAC5EECE3163}" type="datetimeFigureOut">
              <a:rPr lang="en-PH" smtClean="0"/>
              <a:t>06/06/2025</a:t>
            </a:fld>
            <a:endParaRPr lang="en-PH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8CF57F-5A40-458C-BB3B-FC3D8F5C404A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110364155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91890" y="365126"/>
            <a:ext cx="12420184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91891" y="1681163"/>
            <a:ext cx="6091965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991891" y="2505075"/>
            <a:ext cx="6091965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290108" y="1681163"/>
            <a:ext cx="6121966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290108" y="2505075"/>
            <a:ext cx="6121966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8AA8E0-CF07-4FFD-BD88-CAC5EECE3163}" type="datetimeFigureOut">
              <a:rPr lang="en-PH" smtClean="0"/>
              <a:t>06/06/2025</a:t>
            </a:fld>
            <a:endParaRPr lang="en-PH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8CF57F-5A40-458C-BB3B-FC3D8F5C404A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33949142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8AA8E0-CF07-4FFD-BD88-CAC5EECE3163}" type="datetimeFigureOut">
              <a:rPr lang="en-PH" smtClean="0"/>
              <a:t>06/06/2025</a:t>
            </a:fld>
            <a:endParaRPr lang="en-PH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8CF57F-5A40-458C-BB3B-FC3D8F5C404A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415347689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8AA8E0-CF07-4FFD-BD88-CAC5EECE3163}" type="datetimeFigureOut">
              <a:rPr lang="en-PH" smtClean="0"/>
              <a:t>06/06/2025</a:t>
            </a:fld>
            <a:endParaRPr lang="en-PH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8CF57F-5A40-458C-BB3B-FC3D8F5C404A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67681631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91891" y="457200"/>
            <a:ext cx="46444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121966" y="987426"/>
            <a:ext cx="7290108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91891" y="2057400"/>
            <a:ext cx="46444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8AA8E0-CF07-4FFD-BD88-CAC5EECE3163}" type="datetimeFigureOut">
              <a:rPr lang="en-PH" smtClean="0"/>
              <a:t>06/06/2025</a:t>
            </a:fld>
            <a:endParaRPr lang="en-PH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8CF57F-5A40-458C-BB3B-FC3D8F5C404A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132772516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91891" y="457200"/>
            <a:ext cx="46444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121966" y="987426"/>
            <a:ext cx="7290108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91891" y="2057400"/>
            <a:ext cx="46444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8AA8E0-CF07-4FFD-BD88-CAC5EECE3163}" type="datetimeFigureOut">
              <a:rPr lang="en-PH" smtClean="0"/>
              <a:t>06/06/2025</a:t>
            </a:fld>
            <a:endParaRPr lang="en-PH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8CF57F-5A40-458C-BB3B-FC3D8F5C404A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333504617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8AA8E0-CF07-4FFD-BD88-CAC5EECE3163}" type="datetimeFigureOut">
              <a:rPr lang="en-PH" smtClean="0"/>
              <a:t>06/06/2025</a:t>
            </a:fld>
            <a:endParaRPr lang="en-PH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8CF57F-5A40-458C-BB3B-FC3D8F5C404A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141028294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0305152" y="365125"/>
            <a:ext cx="3105046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90015" y="365125"/>
            <a:ext cx="9135135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8AA8E0-CF07-4FFD-BD88-CAC5EECE3163}" type="datetimeFigureOut">
              <a:rPr lang="en-PH" smtClean="0"/>
              <a:t>06/06/2025</a:t>
            </a:fld>
            <a:endParaRPr lang="en-PH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8CF57F-5A40-458C-BB3B-FC3D8F5C404A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286399723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90015" y="365126"/>
            <a:ext cx="12420184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90015" y="1825625"/>
            <a:ext cx="12420184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90015" y="6356351"/>
            <a:ext cx="324004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shade val="82000"/>
                  </a:schemeClr>
                </a:solidFill>
              </a:defRPr>
            </a:lvl1pPr>
          </a:lstStyle>
          <a:p>
            <a:fld id="{D88AA8E0-CF07-4FFD-BD88-CAC5EECE3163}" type="datetimeFigureOut">
              <a:rPr lang="en-PH" smtClean="0"/>
              <a:t>06/06/2025</a:t>
            </a:fld>
            <a:endParaRPr lang="en-PH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770071" y="6356351"/>
            <a:ext cx="486007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shade val="82000"/>
                  </a:schemeClr>
                </a:solidFill>
              </a:defRPr>
            </a:lvl1pPr>
          </a:lstStyle>
          <a:p>
            <a:endParaRPr lang="en-PH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170150" y="6356351"/>
            <a:ext cx="324004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shade val="82000"/>
                  </a:schemeClr>
                </a:solidFill>
              </a:defRPr>
            </a:lvl1pPr>
          </a:lstStyle>
          <a:p>
            <a:fld id="{9F8CF57F-5A40-458C-BB3B-FC3D8F5C404A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904331967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A purple and blue wavy lines&#10;&#10;AI-generated content may be incorrect.">
            <a:extLst>
              <a:ext uri="{FF2B5EF4-FFF2-40B4-BE49-F238E27FC236}">
                <a16:creationId xmlns:a16="http://schemas.microsoft.com/office/drawing/2014/main" id="{1B3B8987-9494-F48D-D4A5-B49E166C20AA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51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400000">
            <a:off x="3793450" y="-3793448"/>
            <a:ext cx="6813313" cy="14400215"/>
          </a:xfrm>
          <a:prstGeom prst="rect">
            <a:avLst/>
          </a:prstGeom>
        </p:spPr>
      </p:pic>
      <p:sp>
        <p:nvSpPr>
          <p:cNvPr id="8" name="Rectangle: Top Corners Rounded 7">
            <a:extLst>
              <a:ext uri="{FF2B5EF4-FFF2-40B4-BE49-F238E27FC236}">
                <a16:creationId xmlns:a16="http://schemas.microsoft.com/office/drawing/2014/main" id="{B1137ACD-4202-84F1-9513-D1CEE1303B4F}"/>
              </a:ext>
            </a:extLst>
          </p:cNvPr>
          <p:cNvSpPr/>
          <p:nvPr/>
        </p:nvSpPr>
        <p:spPr>
          <a:xfrm rot="5400000">
            <a:off x="-2062221" y="2519939"/>
            <a:ext cx="6120881" cy="1600200"/>
          </a:xfrm>
          <a:prstGeom prst="round2SameRect">
            <a:avLst/>
          </a:prstGeom>
          <a:solidFill>
            <a:srgbClr val="262626"/>
          </a:solidFill>
          <a:ln>
            <a:noFill/>
          </a:ln>
          <a:effectLst>
            <a:outerShdw blurRad="50800" dist="38100" dir="2700000" algn="tl" rotWithShape="0">
              <a:schemeClr val="accent5">
                <a:lumMod val="60000"/>
                <a:lumOff val="40000"/>
                <a:alpha val="4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4203FFD-1FEE-A8E6-FD69-83C31FDE5776}"/>
              </a:ext>
            </a:extLst>
          </p:cNvPr>
          <p:cNvSpPr txBox="1"/>
          <p:nvPr/>
        </p:nvSpPr>
        <p:spPr>
          <a:xfrm>
            <a:off x="331113" y="1511229"/>
            <a:ext cx="133421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>
                <a:latin typeface="Abadi Extra Light" panose="020B0204020104020204" pitchFamily="34" charset="0"/>
              </a:rPr>
              <a:t>Cyber Threat</a:t>
            </a:r>
          </a:p>
          <a:p>
            <a:pPr algn="ctr"/>
            <a:r>
              <a:rPr lang="en-US" dirty="0">
                <a:latin typeface="Abadi Extra Light" panose="020B0204020104020204" pitchFamily="34" charset="0"/>
              </a:rPr>
              <a:t>Analysis</a:t>
            </a:r>
            <a:endParaRPr lang="en-PH" dirty="0">
              <a:latin typeface="Abadi Extra Light" panose="020B0204020104020204" pitchFamily="34" charset="0"/>
            </a:endParaRPr>
          </a:p>
        </p:txBody>
      </p:sp>
      <p:pic>
        <p:nvPicPr>
          <p:cNvPr id="11" name="Picture 10" descr="A black background with a black square&#10;&#10;AI-generated content may be incorrect.">
            <a:extLst>
              <a:ext uri="{FF2B5EF4-FFF2-40B4-BE49-F238E27FC236}">
                <a16:creationId xmlns:a16="http://schemas.microsoft.com/office/drawing/2014/main" id="{47108EDE-FE9A-7D05-6C73-606B590940D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4019" y="406400"/>
            <a:ext cx="1168400" cy="1168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792448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96B24"/>
      </a:accent1>
      <a:accent2>
        <a:srgbClr val="4EA72E"/>
      </a:accent2>
      <a:accent3>
        <a:srgbClr val="156082"/>
      </a:accent3>
      <a:accent4>
        <a:srgbClr val="0F9ED5"/>
      </a:accent4>
      <a:accent5>
        <a:srgbClr val="A02B93"/>
      </a:accent5>
      <a:accent6>
        <a:srgbClr val="E97132"/>
      </a:accent6>
      <a:hlink>
        <a:srgbClr val="538D9D"/>
      </a:hlink>
      <a:folHlink>
        <a:srgbClr val="A5738E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C0A3E416-13B0-4CFE-8B85-8989D8AEFB51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317</TotalTime>
  <Words>3</Words>
  <Application>Microsoft Office PowerPoint</Application>
  <PresentationFormat>Custom</PresentationFormat>
  <Paragraphs>2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Abadi Extra Light</vt:lpstr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Romand Lansangan</dc:creator>
  <cp:lastModifiedBy>Romand Lansangan</cp:lastModifiedBy>
  <cp:revision>2</cp:revision>
  <dcterms:created xsi:type="dcterms:W3CDTF">2025-06-06T12:42:56Z</dcterms:created>
  <dcterms:modified xsi:type="dcterms:W3CDTF">2025-06-06T18:00:41Z</dcterms:modified>
</cp:coreProperties>
</file>